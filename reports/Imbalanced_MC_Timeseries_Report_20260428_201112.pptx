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70" r:id="rId11"/>
    <p:sldId id="265" r:id="rId12"/>
    <p:sldId id="266" r:id="rId13"/>
    <p:sldId id="267" r:id="rId14"/>
    <p:sldId id="268" r:id="rId15"/>
    <p:sldId id="269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90" d="100"/>
          <a:sy n="90" d="100"/>
        </p:scale>
        <p:origin x="144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Imbalanced MC Timeseries Study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Exploratory Data Analysis and Modeling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class imbalance in door_type</a:t>
            </a:r>
          </a:p>
          <a:p>
            <a:r>
              <a:t>Summarize EDA insights for data quality and risk</a:t>
            </a:r>
          </a:p>
          <a:p>
            <a:r>
              <a:t>Compare data transformation, imputation, sampling, and multiclass strategies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Registry rows: 504</a:t>
            </a:r>
          </a:p>
          <a:p>
            <a:r>
              <a:t>Catalog rows: 18</a:t>
            </a:r>
          </a:p>
          <a:p>
            <a:r>
              <a:t>Maintenance history rows: 504</a:t>
            </a:r>
          </a:p>
          <a:p>
            <a:r>
              <a:t>Sources: registry.csv, catalog.csv, history.csv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Class Imbalance (door_type)</a:t>
            </a:r>
          </a:p>
        </p:txBody>
      </p:sp>
      <p:pic>
        <p:nvPicPr>
          <p:cNvPr id="3" name="Picture 2" descr="class_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863840" cy="30939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Usage Scenario Mix by Door Type</a:t>
            </a:r>
          </a:p>
        </p:txBody>
      </p:sp>
      <p:pic>
        <p:nvPicPr>
          <p:cNvPr id="3" name="Picture 2" descr="usag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863840" cy="41527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Numeric Distributions</a:t>
            </a:r>
          </a:p>
        </p:txBody>
      </p:sp>
      <p:pic>
        <p:nvPicPr>
          <p:cNvPr id="3" name="Picture 2" descr="numeric_hist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863840" cy="52139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Monthly Maintenance Time Series</a:t>
            </a:r>
          </a:p>
        </p:txBody>
      </p:sp>
      <p:pic>
        <p:nvPicPr>
          <p:cNvPr id="3" name="Picture 2" descr="monthly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863840" cy="23713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Forecast Baseline Comparison</a:t>
            </a:r>
          </a:p>
        </p:txBody>
      </p:sp>
      <p:pic>
        <p:nvPicPr>
          <p:cNvPr id="3" name="Picture 2" descr="forecast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863840" cy="308596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Numeric Correlation</a:t>
            </a:r>
            <a:br>
              <a:rPr lang="en-US" dirty="0"/>
            </a:b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62216C-B7EB-ED19-6F31-5AED4218A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919" y="1101423"/>
            <a:ext cx="6372890" cy="55803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928219-C380-52FF-B42A-8BD74663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82" y="639193"/>
            <a:ext cx="2678858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Categorical Correlation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4409267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900902-C85A-2AEA-8525-4DABDA49B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6906" y="769177"/>
            <a:ext cx="5993967" cy="5319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716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Normalize installation_environment labels</a:t>
            </a:r>
          </a:p>
          <a:p>
            <a:r>
              <a:t>Join registry + history + catalog on door_id and context columns</a:t>
            </a:r>
          </a:p>
          <a:p>
            <a:r>
              <a:t>Drop high-missing columns: days_to_next_failure, failed_next_30_days</a:t>
            </a:r>
          </a:p>
          <a:p>
            <a:r>
              <a:t>One-hot encode categorical variables before modeling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Imputation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Compared MICE, KNN, and </a:t>
            </a:r>
            <a:r>
              <a:rPr dirty="0" err="1"/>
              <a:t>MissForest</a:t>
            </a:r>
            <a:endParaRPr dirty="0"/>
          </a:p>
          <a:p>
            <a:r>
              <a:rPr dirty="0"/>
              <a:t>Metrics below use </a:t>
            </a:r>
            <a:r>
              <a:rPr dirty="0" err="1"/>
              <a:t>RandomForest</a:t>
            </a:r>
            <a:r>
              <a:rPr dirty="0"/>
              <a:t> + macro F1</a:t>
            </a:r>
            <a:endParaRPr lang="en-US" dirty="0"/>
          </a:p>
          <a:p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CEA3B9-14D9-2955-AB2B-4CE91F0F1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11" y="3305460"/>
            <a:ext cx="5925377" cy="226726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Sampling: Under vs 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Compared baseline, ENN, SMOTE, SMOTEENN</a:t>
            </a:r>
            <a:endParaRPr lang="es-ES" dirty="0"/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9A866D-70BB-53E3-0420-351BC2F65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657" y="3034298"/>
            <a:ext cx="7649643" cy="27245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Multiclass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Softmax</a:t>
            </a:r>
            <a:r>
              <a:rPr dirty="0"/>
              <a:t> Logistic Regression vs One-vs-Rest vs One-vs-One</a:t>
            </a:r>
            <a:endParaRPr lang="en-US" dirty="0"/>
          </a:p>
          <a:p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B38E16-2CB4-99C9-C531-B5D70B0002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358" y="3202791"/>
            <a:ext cx="5906324" cy="223868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Tune hyperparameters and evaluate with cross-validation</a:t>
            </a:r>
          </a:p>
          <a:p>
            <a:r>
              <a:t>Add feature selection or dimensionality reduction</a:t>
            </a:r>
          </a:p>
          <a:p>
            <a:r>
              <a:t>Extend forecasting with more advanced time-series models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196</Words>
  <Application>Microsoft Office PowerPoint</Application>
  <PresentationFormat>On-screen Show (4:3)</PresentationFormat>
  <Paragraphs>34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Imbalanced MC Timeseries Study</vt:lpstr>
      <vt:lpstr>Project Goal</vt:lpstr>
      <vt:lpstr>Datasets</vt:lpstr>
      <vt:lpstr>Class Imbalance (door_type)</vt:lpstr>
      <vt:lpstr>Usage Scenario Mix by Door Type</vt:lpstr>
      <vt:lpstr>Numeric Distributions</vt:lpstr>
      <vt:lpstr>Monthly Maintenance Time Series</vt:lpstr>
      <vt:lpstr>Forecast Baseline Comparison</vt:lpstr>
      <vt:lpstr>Numeric Correlation </vt:lpstr>
      <vt:lpstr>Categorical Correlation</vt:lpstr>
      <vt:lpstr>Data Transformation</vt:lpstr>
      <vt:lpstr>Imputation Techniques</vt:lpstr>
      <vt:lpstr>Sampling: Under vs Over</vt:lpstr>
      <vt:lpstr>Multiclass Classification</vt:lpstr>
      <vt:lpstr>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Bernardo Llata Barata</cp:lastModifiedBy>
  <cp:revision>3</cp:revision>
  <dcterms:created xsi:type="dcterms:W3CDTF">2013-01-27T09:14:16Z</dcterms:created>
  <dcterms:modified xsi:type="dcterms:W3CDTF">2026-04-28T18:32:56Z</dcterms:modified>
  <cp:category/>
</cp:coreProperties>
</file>