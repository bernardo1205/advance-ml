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Imbalanced MC Timeseries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Exploratory Data Analysis and Modeling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class imbalance in door_type</a:t>
            </a:r>
          </a:p>
          <a:p>
            <a:r>
              <a:t>Summarize EDA insights for data quality and risk</a:t>
            </a:r>
          </a:p>
          <a:p>
            <a:r>
              <a:t>Compare data transformation, imputation, sampling, and multiclass strategies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Registry rows: 504</a:t>
            </a:r>
          </a:p>
          <a:p>
            <a:r>
              <a:t>Catalog rows: 18</a:t>
            </a:r>
          </a:p>
          <a:p>
            <a:r>
              <a:t>Maintenance history rows: 504</a:t>
            </a:r>
          </a:p>
          <a:p>
            <a:r>
              <a:t>Sources: registry.csv, catalog.csv, history.csv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 Imbalance (door_type)</a:t>
            </a:r>
          </a:p>
        </p:txBody>
      </p:sp>
      <p:pic>
        <p:nvPicPr>
          <p:cNvPr id="3" name="Picture 2" descr="class_im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863840" cy="30939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Usage Scenario Mix by Door Type</a:t>
            </a:r>
          </a:p>
        </p:txBody>
      </p:sp>
      <p:pic>
        <p:nvPicPr>
          <p:cNvPr id="3" name="Picture 2" descr="usag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863840" cy="41527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Numeric Distributions</a:t>
            </a:r>
          </a:p>
        </p:txBody>
      </p:sp>
      <p:pic>
        <p:nvPicPr>
          <p:cNvPr id="3" name="Picture 2" descr="numeric_histog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863840" cy="52139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Numeric Correlation</a:t>
            </a:r>
          </a:p>
        </p:txBody>
      </p:sp>
      <p:pic>
        <p:nvPicPr>
          <p:cNvPr id="3" name="Picture 2" descr="numeric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863840" cy="57037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Maintenance Time Series</a:t>
            </a:r>
          </a:p>
        </p:txBody>
      </p:sp>
      <p:pic>
        <p:nvPicPr>
          <p:cNvPr id="3" name="Picture 2" descr="monthly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863840" cy="23713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Forecast Baseline Comparison</a:t>
            </a:r>
          </a:p>
        </p:txBody>
      </p:sp>
      <p:pic>
        <p:nvPicPr>
          <p:cNvPr id="3" name="Picture 2" descr="forecast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863840" cy="308596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Normalize installation_environment labels</a:t>
            </a:r>
          </a:p>
          <a:p>
            <a:r>
              <a:t>Join registry + history + catalog on door_id and context columns</a:t>
            </a:r>
          </a:p>
          <a:p>
            <a:r>
              <a:t>Drop high-missing columns: days_to_next_failure, failed_next_30_days</a:t>
            </a:r>
          </a:p>
          <a:p>
            <a:r>
              <a:t>One-hot encode categorical variables before modeling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Imputation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Compared MICE, KNN, and MissForest</a:t>
            </a:r>
          </a:p>
          <a:p>
            <a:r>
              <a:t>Metrics below use RandomForest + macro F1</a:t>
            </a:r>
          </a:p>
          <a:p>
            <a:r>
              <a:t>MICE: F1-macro=1.000</a:t>
            </a:r>
          </a:p>
          <a:p>
            <a:r>
              <a:t>KNN: F1-macro=1.000</a:t>
            </a:r>
          </a:p>
          <a:p>
            <a:r>
              <a:t>MissForest: F1-macro=1.000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Sampling: Under vs 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Compared baseline, ENN, SMOTE, SMOTEENN</a:t>
            </a:r>
          </a:p>
          <a:p>
            <a:r>
              <a:t>Macro F1 used to handle class imbalance</a:t>
            </a:r>
          </a:p>
          <a:p>
            <a:r>
              <a:t>baseline: F1-macro=1.000</a:t>
            </a:r>
          </a:p>
          <a:p>
            <a:r>
              <a:t>ENN (Under-sampling): F1-macro=1.000</a:t>
            </a:r>
          </a:p>
          <a:p>
            <a:r>
              <a:t>SMOTE (Over-sampling): F1-macro=1.000</a:t>
            </a:r>
          </a:p>
          <a:p>
            <a:r>
              <a:t>SMOTEENN (Combined): F1-macro=1.000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Multiclass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Softmax Logistic Regression vs One-vs-Rest vs One-vs-One</a:t>
            </a:r>
          </a:p>
          <a:p>
            <a:r>
              <a:t>Softmax: Accuracy=1.000</a:t>
            </a:r>
          </a:p>
          <a:p>
            <a:r>
              <a:t>One-vs-Rest: Accuracy=1.000</a:t>
            </a:r>
          </a:p>
          <a:p>
            <a:r>
              <a:t>One-vs-One: Accuracy=1.000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Tune hyperparameters and evaluate with cross-validation</a:t>
            </a:r>
          </a:p>
          <a:p>
            <a:r>
              <a:t>Add feature selection or dimensionality reduction</a:t>
            </a:r>
          </a:p>
          <a:p>
            <a:r>
              <a:t>Extend forecasting with more advanced time-series models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